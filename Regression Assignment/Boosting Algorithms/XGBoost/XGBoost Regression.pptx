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f5cf106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f5cf106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f5cf1064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f5cf1064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f5cf106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f5cf106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f5cf1064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f5cf1064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Regression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XGBoost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stands for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 Gradient Boosting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regression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powerful machine learning algorithm based on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is optimized for speed and performance. It's often used in predictive modeling tasks, especially where structured (tabular) data is involved.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XGBoost 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uses decision trees as its base learners combining them sequentially to improve the model's performance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</a:t>
            </a: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" sz="1200">
                <a:solidFill>
                  <a:srgbClr val="001D35"/>
                </a:solidFill>
                <a:highlight>
                  <a:srgbClr val="D3E3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powerful, open-source machine learning algorithm that utilizes gradient boosting with decision trees</a:t>
            </a: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It's known for its efficiency, scalability, and ability to handle large datasets, making it a popular choice for various supervised learning tasks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It’s an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learning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technique — meaning it combines multiple weak learners (usually decision trees) to create a strong predictive model.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builds trees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sequentially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each new tree attempts to correct the errors made by the previous ones.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500">
                <a:latin typeface="Verdana"/>
                <a:ea typeface="Verdana"/>
                <a:cs typeface="Verdana"/>
                <a:sym typeface="Verdana"/>
              </a:rPr>
              <a:t>How XGBoost Regression Works</a:t>
            </a:r>
            <a:endParaRPr sz="2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Prediction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Start with an initial guess (like the mean of the target values).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Residuals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Measure how far off the predictions are (the errors).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a Tree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Fit a decision tree to these residuals.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Predictions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 the predictions from the new tree to the previous predictions.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This process continues for many rounds or until a stopping criterion is met.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tree focuses on reducing the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function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commonly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Squared Error (MSE)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regression tasks.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Key Features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Regularization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Prevents overfitting using L1 (Lasso) and L2 (Ridge) regularization.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Missing Values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Automatically learns how to handle missing data.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Parallelization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Fast training due to parallel computation of trees.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Stopping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Stops training when performance no longer improves.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XGBo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774" y="0"/>
            <a:ext cx="66544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
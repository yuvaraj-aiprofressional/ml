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3B0D7A-0CC8-4215-B73A-03A69AE8C41C}">
  <a:tblStyle styleId="{A43B0D7A-0CC8-4215-B73A-03A69AE8C4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07c1ba9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07c1ba9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07c1ba9a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07c1ba9a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07c1ba9a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07c1ba9a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07c1ba9a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07c1ba9a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07c1ba9a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507c1ba9a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07c1ba9a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07c1ba9a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1033" y="18063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Light Gradient Boosting Regression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What is LightGBM Regression?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</a:t>
            </a:r>
            <a:r>
              <a:rPr lang="en" sz="130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is an open source, high-performance gradient boosting framework designed for efficient and scalable machine learning tasks. It is specially tailored for speed and accuracy, making it a popular choice for both structured and unstructured data in diverse domains.</a:t>
            </a:r>
            <a:endParaRPr sz="13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7474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LightGBM </a:t>
            </a:r>
            <a:r>
              <a:rPr lang="en" sz="1300">
                <a:solidFill>
                  <a:srgbClr val="040C28"/>
                </a:solidFill>
                <a:highlight>
                  <a:srgbClr val="D3E3F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uses a histogram-based method in which data is bucketed into bins using a histogram of the distribution</a:t>
            </a:r>
            <a:r>
              <a:rPr lang="en" sz="1300">
                <a:solidFill>
                  <a:srgbClr val="47474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LightGBM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 boosting framework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developed by Microsoft.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It's optimized for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memory usage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especially on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datasets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handle both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tasks.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LightGBM tries to predict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values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(like house prices, sales forecasting, etc.).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Tre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81000"/>
            <a:ext cx="8711099" cy="44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latin typeface="Verdana"/>
                <a:ea typeface="Verdana"/>
                <a:cs typeface="Verdana"/>
                <a:sym typeface="Verdana"/>
              </a:rPr>
              <a:t>How LightGBM Regression Works (Simple Flow):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with an initial prediction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mean value of target).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residuals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(errors between predictions and true values).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Fit a decision tree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predict the residuals (the errors).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the predictions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adding the tree’s output (with a learning rate).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steps 2–4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several rounds, gradually improving the model.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It's based on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 Boosting Decision Trees (GBDT)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but uses smart tricks like: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Histogram-based splitting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(faster than regular decision tree growth).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Leaf-wise tree growth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(grows the leaf with the maximum loss reduction).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Hyperparameters: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77" name="Google Shape;77;p17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{A43B0D7A-0CC8-4215-B73A-03A69AE8C41C}</a:tableStyleId>
              </a:tblPr>
              <a:tblGrid>
                <a:gridCol w="1802750"/>
                <a:gridCol w="5436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Parameter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boosting_type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"gbdt" (standard gradient boosting), or "dart" (dropouts)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num_leaves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Controls the complexity of the tree (larger = more complex)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learning_rate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Step size for each boosting round (smaller = slower but more accurate)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max_depth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Limits the depth of trees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n_estimators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 of boosting rounds (trees)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feature_fraction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Randomly select a fraction of features for each tree (for regularization)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bagging_fraction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Randomly select a fraction of data for each tree (for regularization)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LightGBM vs XGBoost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83" name="Google Shape;83;p18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{A43B0D7A-0CC8-4215-B73A-03A69AE8C41C}</a:tableStyleId>
              </a:tblPr>
              <a:tblGrid>
                <a:gridCol w="1343400"/>
                <a:gridCol w="3128675"/>
                <a:gridCol w="2766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Feature</a:t>
                      </a:r>
                      <a:endParaRPr b="1" sz="15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LightGBM</a:t>
                      </a:r>
                      <a:endParaRPr b="1" sz="15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XGBoost</a:t>
                      </a:r>
                      <a:endParaRPr b="1" sz="15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Microsoft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DMLC community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Speed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Faster (especially for large datasets)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Fast, but LightGBM usually faster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Tree Growth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Leaf-wise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(best split first)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Level-wise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(grow depth-by-depth)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Handling Large Data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Excellent (built for it)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Good, but can be slower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high (but can overfit if not careful)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high and stable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LightGBM vs XGBoost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89" name="Google Shape;89;p19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{A43B0D7A-0CC8-4215-B73A-03A69AE8C41C}</a:tableStyleId>
              </a:tblPr>
              <a:tblGrid>
                <a:gridCol w="1445650"/>
                <a:gridCol w="2932050"/>
                <a:gridCol w="286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Feature</a:t>
                      </a:r>
                      <a:endParaRPr b="1" sz="15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LightGBM</a:t>
                      </a:r>
                      <a:endParaRPr b="1" sz="15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XGBoost</a:t>
                      </a:r>
                      <a:endParaRPr b="1" sz="15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Ease of Tuning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sensitive to hyperparameters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bit easier, more robust to bad tuning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 for Categorical Features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Native support (no need for one-hot encoding)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Needs manual encoding (like OneHot or LabelEncoding)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GPU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 (very good)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 (good)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Parallel Learning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Faster due to histogram-based method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but slightly slower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for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Extremely large datasets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Most general-purpose tasks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